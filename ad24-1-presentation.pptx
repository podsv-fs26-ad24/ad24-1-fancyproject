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9" r:id="rId9"/>
    <p:sldId id="271" r:id="rId10"/>
    <p:sldId id="272" r:id="rId11"/>
    <p:sldId id="273" r:id="rId12"/>
    <p:sldId id="263" r:id="rId13"/>
    <p:sldId id="275" r:id="rId14"/>
    <p:sldId id="277" r:id="rId15"/>
    <p:sldId id="266" r:id="rId16"/>
    <p:sldId id="276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1F"/>
    <a:srgbClr val="1DB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758D3-7866-4D4B-BB0D-B26FAF1A8D47}" v="33" dt="2026-05-28T14:20:30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59161" autoAdjust="0"/>
  </p:normalViewPr>
  <p:slideViewPr>
    <p:cSldViewPr snapToGrid="0" snapToObjects="1">
      <p:cViewPr>
        <p:scale>
          <a:sx n="118" d="100"/>
          <a:sy n="118" d="100"/>
        </p:scale>
        <p:origin x="132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ina Zambroni" userId="cf46a4c8bb0f8bd6" providerId="LiveId" clId="{C1DD09FA-1151-4F8F-89B0-29613C02C11E}"/>
    <pc:docChg chg="custSel addSld delSld modSld sldOrd">
      <pc:chgData name="Angelina Zambroni" userId="cf46a4c8bb0f8bd6" providerId="LiveId" clId="{C1DD09FA-1151-4F8F-89B0-29613C02C11E}" dt="2026-05-28T14:22:15.775" v="400" actId="20577"/>
      <pc:docMkLst>
        <pc:docMk/>
      </pc:docMkLst>
      <pc:sldChg chg="modSp mod modNotesTx">
        <pc:chgData name="Angelina Zambroni" userId="cf46a4c8bb0f8bd6" providerId="LiveId" clId="{C1DD09FA-1151-4F8F-89B0-29613C02C11E}" dt="2026-05-28T11:01:18.996" v="104" actId="20577"/>
        <pc:sldMkLst>
          <pc:docMk/>
          <pc:sldMk cId="0" sldId="256"/>
        </pc:sldMkLst>
        <pc:spChg chg="mod">
          <ac:chgData name="Angelina Zambroni" userId="cf46a4c8bb0f8bd6" providerId="LiveId" clId="{C1DD09FA-1151-4F8F-89B0-29613C02C11E}" dt="2026-05-28T10:44:48.488" v="2" actId="207"/>
          <ac:spMkLst>
            <pc:docMk/>
            <pc:sldMk cId="0" sldId="256"/>
            <ac:spMk id="5" creationId="{00000000-0000-0000-0000-000000000000}"/>
          </ac:spMkLst>
        </pc:spChg>
      </pc:sldChg>
      <pc:sldChg chg="modNotesTx">
        <pc:chgData name="Angelina Zambroni" userId="cf46a4c8bb0f8bd6" providerId="LiveId" clId="{C1DD09FA-1151-4F8F-89B0-29613C02C11E}" dt="2026-05-28T14:17:58.405" v="295" actId="20577"/>
        <pc:sldMkLst>
          <pc:docMk/>
          <pc:sldMk cId="0" sldId="258"/>
        </pc:sldMkLst>
      </pc:sldChg>
      <pc:sldChg chg="del">
        <pc:chgData name="Angelina Zambroni" userId="cf46a4c8bb0f8bd6" providerId="LiveId" clId="{C1DD09FA-1151-4F8F-89B0-29613C02C11E}" dt="2026-05-28T11:08:26.941" v="235" actId="47"/>
        <pc:sldMkLst>
          <pc:docMk/>
          <pc:sldMk cId="0" sldId="261"/>
        </pc:sldMkLst>
      </pc:sldChg>
      <pc:sldChg chg="modSp mod">
        <pc:chgData name="Angelina Zambroni" userId="cf46a4c8bb0f8bd6" providerId="LiveId" clId="{C1DD09FA-1151-4F8F-89B0-29613C02C11E}" dt="2026-05-28T11:09:02.755" v="247" actId="20577"/>
        <pc:sldMkLst>
          <pc:docMk/>
          <pc:sldMk cId="0" sldId="263"/>
        </pc:sldMkLst>
        <pc:spChg chg="mod">
          <ac:chgData name="Angelina Zambroni" userId="cf46a4c8bb0f8bd6" providerId="LiveId" clId="{C1DD09FA-1151-4F8F-89B0-29613C02C11E}" dt="2026-05-28T11:09:02.755" v="247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Angelina Zambroni" userId="cf46a4c8bb0f8bd6" providerId="LiveId" clId="{C1DD09FA-1151-4F8F-89B0-29613C02C11E}" dt="2026-05-28T11:07:30.993" v="233" actId="47"/>
        <pc:sldMkLst>
          <pc:docMk/>
          <pc:sldMk cId="0" sldId="264"/>
        </pc:sldMkLst>
      </pc:sldChg>
      <pc:sldChg chg="modSp del mod">
        <pc:chgData name="Angelina Zambroni" userId="cf46a4c8bb0f8bd6" providerId="LiveId" clId="{C1DD09FA-1151-4F8F-89B0-29613C02C11E}" dt="2026-05-28T14:10:54.169" v="277" actId="47"/>
        <pc:sldMkLst>
          <pc:docMk/>
          <pc:sldMk cId="0" sldId="265"/>
        </pc:sldMkLst>
        <pc:spChg chg="mod">
          <ac:chgData name="Angelina Zambroni" userId="cf46a4c8bb0f8bd6" providerId="LiveId" clId="{C1DD09FA-1151-4F8F-89B0-29613C02C11E}" dt="2026-05-28T11:09:13.268" v="251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1:09:24.763" v="252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Angelina Zambroni" userId="cf46a4c8bb0f8bd6" providerId="LiveId" clId="{C1DD09FA-1151-4F8F-89B0-29613C02C11E}" dt="2026-05-28T14:08:29.660" v="260" actId="14100"/>
          <ac:spMkLst>
            <pc:docMk/>
            <pc:sldMk cId="0" sldId="265"/>
            <ac:spMk id="19" creationId="{00000000-0000-0000-0000-000000000000}"/>
          </ac:spMkLst>
        </pc:spChg>
      </pc:sldChg>
      <pc:sldChg chg="modNotesTx">
        <pc:chgData name="Angelina Zambroni" userId="cf46a4c8bb0f8bd6" providerId="LiveId" clId="{C1DD09FA-1151-4F8F-89B0-29613C02C11E}" dt="2026-05-28T11:02:02.281" v="105" actId="20577"/>
        <pc:sldMkLst>
          <pc:docMk/>
          <pc:sldMk cId="2727207097" sldId="267"/>
        </pc:sldMkLst>
      </pc:sldChg>
      <pc:sldChg chg="modSp mod modNotesTx">
        <pc:chgData name="Angelina Zambroni" userId="cf46a4c8bb0f8bd6" providerId="LiveId" clId="{C1DD09FA-1151-4F8F-89B0-29613C02C11E}" dt="2026-05-28T11:08:39.593" v="237" actId="20577"/>
        <pc:sldMkLst>
          <pc:docMk/>
          <pc:sldMk cId="1388587145" sldId="268"/>
        </pc:sldMkLst>
        <pc:spChg chg="mod">
          <ac:chgData name="Angelina Zambroni" userId="cf46a4c8bb0f8bd6" providerId="LiveId" clId="{C1DD09FA-1151-4F8F-89B0-29613C02C11E}" dt="2026-05-28T11:08:39.593" v="237" actId="20577"/>
          <ac:spMkLst>
            <pc:docMk/>
            <pc:sldMk cId="1388587145" sldId="268"/>
            <ac:spMk id="3" creationId="{336051B0-3FAC-BA2B-D682-D743479D371B}"/>
          </ac:spMkLst>
        </pc:spChg>
      </pc:sldChg>
      <pc:sldChg chg="modSp mod">
        <pc:chgData name="Angelina Zambroni" userId="cf46a4c8bb0f8bd6" providerId="LiveId" clId="{C1DD09FA-1151-4F8F-89B0-29613C02C11E}" dt="2026-05-28T11:08:43.408" v="239" actId="20577"/>
        <pc:sldMkLst>
          <pc:docMk/>
          <pc:sldMk cId="1243856706" sldId="269"/>
        </pc:sldMkLst>
        <pc:spChg chg="mod">
          <ac:chgData name="Angelina Zambroni" userId="cf46a4c8bb0f8bd6" providerId="LiveId" clId="{C1DD09FA-1151-4F8F-89B0-29613C02C11E}" dt="2026-05-28T11:08:43.408" v="239" actId="20577"/>
          <ac:spMkLst>
            <pc:docMk/>
            <pc:sldMk cId="1243856706" sldId="269"/>
            <ac:spMk id="3" creationId="{F4BFA256-F69D-BA1A-47BE-D0199DEDC3DC}"/>
          </ac:spMkLst>
        </pc:spChg>
      </pc:sldChg>
      <pc:sldChg chg="modSp mod">
        <pc:chgData name="Angelina Zambroni" userId="cf46a4c8bb0f8bd6" providerId="LiveId" clId="{C1DD09FA-1151-4F8F-89B0-29613C02C11E}" dt="2026-05-28T11:08:49.512" v="241" actId="20577"/>
        <pc:sldMkLst>
          <pc:docMk/>
          <pc:sldMk cId="2658139269" sldId="271"/>
        </pc:sldMkLst>
        <pc:spChg chg="mod">
          <ac:chgData name="Angelina Zambroni" userId="cf46a4c8bb0f8bd6" providerId="LiveId" clId="{C1DD09FA-1151-4F8F-89B0-29613C02C11E}" dt="2026-05-28T11:08:49.512" v="241" actId="20577"/>
          <ac:spMkLst>
            <pc:docMk/>
            <pc:sldMk cId="2658139269" sldId="271"/>
            <ac:spMk id="3" creationId="{19B96ECA-535D-BC13-5842-53E6E1A2C2BA}"/>
          </ac:spMkLst>
        </pc:spChg>
      </pc:sldChg>
      <pc:sldChg chg="modSp mod">
        <pc:chgData name="Angelina Zambroni" userId="cf46a4c8bb0f8bd6" providerId="LiveId" clId="{C1DD09FA-1151-4F8F-89B0-29613C02C11E}" dt="2026-05-28T11:08:54.331" v="243" actId="20577"/>
        <pc:sldMkLst>
          <pc:docMk/>
          <pc:sldMk cId="3079710046" sldId="272"/>
        </pc:sldMkLst>
        <pc:spChg chg="mod">
          <ac:chgData name="Angelina Zambroni" userId="cf46a4c8bb0f8bd6" providerId="LiveId" clId="{C1DD09FA-1151-4F8F-89B0-29613C02C11E}" dt="2026-05-28T11:08:54.331" v="243" actId="20577"/>
          <ac:spMkLst>
            <pc:docMk/>
            <pc:sldMk cId="3079710046" sldId="272"/>
            <ac:spMk id="3" creationId="{32005FE5-DCCA-5725-5CB6-0342B35EE769}"/>
          </ac:spMkLst>
        </pc:spChg>
      </pc:sldChg>
      <pc:sldChg chg="modSp mod">
        <pc:chgData name="Angelina Zambroni" userId="cf46a4c8bb0f8bd6" providerId="LiveId" clId="{C1DD09FA-1151-4F8F-89B0-29613C02C11E}" dt="2026-05-28T11:08:58.369" v="245" actId="20577"/>
        <pc:sldMkLst>
          <pc:docMk/>
          <pc:sldMk cId="1116819339" sldId="273"/>
        </pc:sldMkLst>
        <pc:spChg chg="mod">
          <ac:chgData name="Angelina Zambroni" userId="cf46a4c8bb0f8bd6" providerId="LiveId" clId="{C1DD09FA-1151-4F8F-89B0-29613C02C11E}" dt="2026-05-28T11:08:58.369" v="245" actId="20577"/>
          <ac:spMkLst>
            <pc:docMk/>
            <pc:sldMk cId="1116819339" sldId="273"/>
            <ac:spMk id="3" creationId="{7799890A-83CC-12AB-3B0D-E5D14D74C776}"/>
          </ac:spMkLst>
        </pc:spChg>
      </pc:sldChg>
      <pc:sldChg chg="del">
        <pc:chgData name="Angelina Zambroni" userId="cf46a4c8bb0f8bd6" providerId="LiveId" clId="{C1DD09FA-1151-4F8F-89B0-29613C02C11E}" dt="2026-05-28T11:07:36.623" v="234" actId="47"/>
        <pc:sldMkLst>
          <pc:docMk/>
          <pc:sldMk cId="655383835" sldId="274"/>
        </pc:sldMkLst>
      </pc:sldChg>
      <pc:sldChg chg="addSp delSp modSp mod modNotesTx">
        <pc:chgData name="Angelina Zambroni" userId="cf46a4c8bb0f8bd6" providerId="LiveId" clId="{C1DD09FA-1151-4F8F-89B0-29613C02C11E}" dt="2026-05-28T14:10:51.132" v="276" actId="20577"/>
        <pc:sldMkLst>
          <pc:docMk/>
          <pc:sldMk cId="4033021085" sldId="275"/>
        </pc:sldMkLst>
        <pc:spChg chg="mod">
          <ac:chgData name="Angelina Zambroni" userId="cf46a4c8bb0f8bd6" providerId="LiveId" clId="{C1DD09FA-1151-4F8F-89B0-29613C02C11E}" dt="2026-05-28T11:09:08.572" v="249" actId="20577"/>
          <ac:spMkLst>
            <pc:docMk/>
            <pc:sldMk cId="4033021085" sldId="275"/>
            <ac:spMk id="3" creationId="{D58A57BD-EE93-EBB1-9143-7A5772DF1B7E}"/>
          </ac:spMkLst>
        </pc:spChg>
        <pc:spChg chg="add mod">
          <ac:chgData name="Angelina Zambroni" userId="cf46a4c8bb0f8bd6" providerId="LiveId" clId="{C1DD09FA-1151-4F8F-89B0-29613C02C11E}" dt="2026-05-28T14:08:49.985" v="265" actId="14100"/>
          <ac:spMkLst>
            <pc:docMk/>
            <pc:sldMk cId="4033021085" sldId="275"/>
            <ac:spMk id="6" creationId="{414696B3-60C9-056F-0755-42EA146BE11E}"/>
          </ac:spMkLst>
        </pc:spChg>
        <pc:spChg chg="add mod">
          <ac:chgData name="Angelina Zambroni" userId="cf46a4c8bb0f8bd6" providerId="LiveId" clId="{C1DD09FA-1151-4F8F-89B0-29613C02C11E}" dt="2026-05-28T14:08:49.985" v="265" actId="14100"/>
          <ac:spMkLst>
            <pc:docMk/>
            <pc:sldMk cId="4033021085" sldId="275"/>
            <ac:spMk id="7" creationId="{2808335D-C8FD-796F-1602-4CD49B51A664}"/>
          </ac:spMkLst>
        </pc:spChg>
        <pc:spChg chg="add mod">
          <ac:chgData name="Angelina Zambroni" userId="cf46a4c8bb0f8bd6" providerId="LiveId" clId="{C1DD09FA-1151-4F8F-89B0-29613C02C11E}" dt="2026-05-28T14:09:30.757" v="273" actId="1076"/>
          <ac:spMkLst>
            <pc:docMk/>
            <pc:sldMk cId="4033021085" sldId="275"/>
            <ac:spMk id="8" creationId="{40CCAEC8-400C-1F2D-45E4-68E316B3E3D4}"/>
          </ac:spMkLst>
        </pc:spChg>
        <pc:spChg chg="mod">
          <ac:chgData name="Angelina Zambroni" userId="cf46a4c8bb0f8bd6" providerId="LiveId" clId="{C1DD09FA-1151-4F8F-89B0-29613C02C11E}" dt="2026-05-28T14:09:04.491" v="266" actId="14100"/>
          <ac:spMkLst>
            <pc:docMk/>
            <pc:sldMk cId="4033021085" sldId="275"/>
            <ac:spMk id="9" creationId="{37B6BF2F-E573-ECD9-24F5-7D6438C6DFD3}"/>
          </ac:spMkLst>
        </pc:spChg>
        <pc:spChg chg="mod">
          <ac:chgData name="Angelina Zambroni" userId="cf46a4c8bb0f8bd6" providerId="LiveId" clId="{C1DD09FA-1151-4F8F-89B0-29613C02C11E}" dt="2026-05-28T14:07:54.555" v="254" actId="1076"/>
          <ac:spMkLst>
            <pc:docMk/>
            <pc:sldMk cId="4033021085" sldId="275"/>
            <ac:spMk id="10" creationId="{5205D7D7-C62C-31E9-16BB-8881DEA863C2}"/>
          </ac:spMkLst>
        </pc:spChg>
        <pc:spChg chg="mod">
          <ac:chgData name="Angelina Zambroni" userId="cf46a4c8bb0f8bd6" providerId="LiveId" clId="{C1DD09FA-1151-4F8F-89B0-29613C02C11E}" dt="2026-05-28T14:08:18.981" v="259" actId="20577"/>
          <ac:spMkLst>
            <pc:docMk/>
            <pc:sldMk cId="4033021085" sldId="275"/>
            <ac:spMk id="11" creationId="{8A31EF5A-9C5E-4C49-D2F5-74833F250F66}"/>
          </ac:spMkLst>
        </pc:spChg>
        <pc:spChg chg="mod">
          <ac:chgData name="Angelina Zambroni" userId="cf46a4c8bb0f8bd6" providerId="LiveId" clId="{C1DD09FA-1151-4F8F-89B0-29613C02C11E}" dt="2026-05-28T14:08:00.877" v="256" actId="20577"/>
          <ac:spMkLst>
            <pc:docMk/>
            <pc:sldMk cId="4033021085" sldId="275"/>
            <ac:spMk id="12" creationId="{7C7465C8-EEB3-0A4C-6ADA-F696C16831EF}"/>
          </ac:spMkLst>
        </pc:spChg>
        <pc:spChg chg="mod">
          <ac:chgData name="Angelina Zambroni" userId="cf46a4c8bb0f8bd6" providerId="LiveId" clId="{C1DD09FA-1151-4F8F-89B0-29613C02C11E}" dt="2026-05-28T14:08:05.441" v="257" actId="20577"/>
          <ac:spMkLst>
            <pc:docMk/>
            <pc:sldMk cId="4033021085" sldId="275"/>
            <ac:spMk id="13" creationId="{9D912629-FD83-02BE-CC7F-96E41BD955AA}"/>
          </ac:spMkLst>
        </pc:spChg>
        <pc:spChg chg="del mod">
          <ac:chgData name="Angelina Zambroni" userId="cf46a4c8bb0f8bd6" providerId="LiveId" clId="{C1DD09FA-1151-4F8F-89B0-29613C02C11E}" dt="2026-05-28T14:08:12.752" v="258" actId="478"/>
          <ac:spMkLst>
            <pc:docMk/>
            <pc:sldMk cId="4033021085" sldId="275"/>
            <ac:spMk id="14" creationId="{BA266DD8-6CB2-CCC8-B8E9-77AF1B9D1DBB}"/>
          </ac:spMkLst>
        </pc:spChg>
        <pc:spChg chg="add mod">
          <ac:chgData name="Angelina Zambroni" userId="cf46a4c8bb0f8bd6" providerId="LiveId" clId="{C1DD09FA-1151-4F8F-89B0-29613C02C11E}" dt="2026-05-28T14:09:41.504" v="274" actId="1076"/>
          <ac:spMkLst>
            <pc:docMk/>
            <pc:sldMk cId="4033021085" sldId="275"/>
            <ac:spMk id="15" creationId="{5D8DF3B3-00A3-EC68-3EFF-935C238573DE}"/>
          </ac:spMkLst>
        </pc:spChg>
        <pc:spChg chg="add mod">
          <ac:chgData name="Angelina Zambroni" userId="cf46a4c8bb0f8bd6" providerId="LiveId" clId="{C1DD09FA-1151-4F8F-89B0-29613C02C11E}" dt="2026-05-28T14:09:47.940" v="275" actId="1076"/>
          <ac:spMkLst>
            <pc:docMk/>
            <pc:sldMk cId="4033021085" sldId="275"/>
            <ac:spMk id="16" creationId="{61646DBF-EDED-5A6B-50D6-250046284D44}"/>
          </ac:spMkLst>
        </pc:spChg>
      </pc:sldChg>
      <pc:sldChg chg="modSp mod">
        <pc:chgData name="Angelina Zambroni" userId="cf46a4c8bb0f8bd6" providerId="LiveId" clId="{C1DD09FA-1151-4F8F-89B0-29613C02C11E}" dt="2026-05-28T11:07:08.241" v="232" actId="20577"/>
        <pc:sldMkLst>
          <pc:docMk/>
          <pc:sldMk cId="2468001066" sldId="276"/>
        </pc:sldMkLst>
        <pc:spChg chg="mod">
          <ac:chgData name="Angelina Zambroni" userId="cf46a4c8bb0f8bd6" providerId="LiveId" clId="{C1DD09FA-1151-4F8F-89B0-29613C02C11E}" dt="2026-05-28T11:07:08.241" v="232" actId="20577"/>
          <ac:spMkLst>
            <pc:docMk/>
            <pc:sldMk cId="2468001066" sldId="276"/>
            <ac:spMk id="11" creationId="{58185CE2-058B-DFC0-AF6D-AACB05532123}"/>
          </ac:spMkLst>
        </pc:spChg>
      </pc:sldChg>
      <pc:sldChg chg="delSp modSp add mod ord modNotesTx">
        <pc:chgData name="Angelina Zambroni" userId="cf46a4c8bb0f8bd6" providerId="LiveId" clId="{C1DD09FA-1151-4F8F-89B0-29613C02C11E}" dt="2026-05-28T14:22:15.775" v="400" actId="20577"/>
        <pc:sldMkLst>
          <pc:docMk/>
          <pc:sldMk cId="984752140" sldId="277"/>
        </pc:sldMkLst>
        <pc:spChg chg="del">
          <ac:chgData name="Angelina Zambroni" userId="cf46a4c8bb0f8bd6" providerId="LiveId" clId="{C1DD09FA-1151-4F8F-89B0-29613C02C11E}" dt="2026-05-28T10:58:08.790" v="6" actId="478"/>
          <ac:spMkLst>
            <pc:docMk/>
            <pc:sldMk cId="984752140" sldId="277"/>
            <ac:spMk id="3" creationId="{5B8906F3-6CF0-904C-7984-5B6AC6A153E3}"/>
          </ac:spMkLst>
        </pc:spChg>
        <pc:spChg chg="mod">
          <ac:chgData name="Angelina Zambroni" userId="cf46a4c8bb0f8bd6" providerId="LiveId" clId="{C1DD09FA-1151-4F8F-89B0-29613C02C11E}" dt="2026-05-28T10:58:17.410" v="39" actId="20577"/>
          <ac:spMkLst>
            <pc:docMk/>
            <pc:sldMk cId="984752140" sldId="277"/>
            <ac:spMk id="4" creationId="{6EAE4281-319C-54B9-2BE2-ACE952772A13}"/>
          </ac:spMkLst>
        </pc:spChg>
        <pc:spChg chg="mod">
          <ac:chgData name="Angelina Zambroni" userId="cf46a4c8bb0f8bd6" providerId="LiveId" clId="{C1DD09FA-1151-4F8F-89B0-29613C02C11E}" dt="2026-05-28T10:58:24.322" v="64" actId="20577"/>
          <ac:spMkLst>
            <pc:docMk/>
            <pc:sldMk cId="984752140" sldId="277"/>
            <ac:spMk id="5" creationId="{8C1FD3A5-4AB8-03F7-241E-1B2475056A97}"/>
          </ac:spMkLst>
        </pc:spChg>
        <pc:spChg chg="del">
          <ac:chgData name="Angelina Zambroni" userId="cf46a4c8bb0f8bd6" providerId="LiveId" clId="{C1DD09FA-1151-4F8F-89B0-29613C02C11E}" dt="2026-05-28T10:58:31.179" v="65" actId="478"/>
          <ac:spMkLst>
            <pc:docMk/>
            <pc:sldMk cId="984752140" sldId="277"/>
            <ac:spMk id="7" creationId="{6EA35C80-1E03-AC69-C7AB-C06E991CCEE1}"/>
          </ac:spMkLst>
        </pc:spChg>
        <pc:spChg chg="mod">
          <ac:chgData name="Angelina Zambroni" userId="cf46a4c8bb0f8bd6" providerId="LiveId" clId="{C1DD09FA-1151-4F8F-89B0-29613C02C11E}" dt="2026-05-28T10:58:35.476" v="66" actId="1076"/>
          <ac:spMkLst>
            <pc:docMk/>
            <pc:sldMk cId="984752140" sldId="277"/>
            <ac:spMk id="8" creationId="{9A3D38A6-C159-240F-E8A7-D61E87388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571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8D375-94C6-15FF-023E-2FF77182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BD31-2B89-FE2A-658F-022355573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7C83A-C4D4-56A7-CEBB-549F3BC81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9BE6-1F5B-0CFB-70C2-DEEC96BD5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4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2448-D1AC-52A6-BF9E-3418FEAB3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C891C-B0A3-5502-51EC-F6738C0EE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6E060-79FA-AD1F-17F1-466302AA0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AFC24-3307-7104-3A12-536C8F762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70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8A40-9762-C43B-1AF6-E636AECF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D8434-4D2D-500C-9DDD-251806587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8A1B1-6DF8-60CA-5073-A0AF914D0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D585A-5DAE-E299-E4BA-B4FD0103B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15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D6FA-3D0D-A137-FCC5-B2D1BD06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83998-F7EC-46AF-192D-21797C848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8481-AFDD-379F-AD97-D7C59C5DB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DD6B4-FE6A-A1B3-4632-82FF6998B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0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7E54-6D10-1746-D76B-998C68E8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BF511-F2C6-9210-0204-B1D0B1906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80F79-D92B-99A1-2FB0-B995392EC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B500-4E57-6977-A0E2-7A791D227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84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C98F-7522-FD2D-C232-27AAB0F5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03D15-A1FC-1008-3B69-D44BC38AF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FBB2A-3FD4-7FEB-DB62-F279C4AF2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CF13D-C9FF-B5AA-1C4D-1CF5636B6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2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770E-F057-6B41-EA99-D8AC3EF8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5961-18B4-2279-B45A-981D4E090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58698-9CB5-CE63-C78C-75DB4910B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3B7A5-7AD8-5909-B3BA-10F5C9E78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25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38AA-56DF-7121-F857-CD6CD75B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CE03B-1953-FA33-00E3-077CCE7E6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740B0-A9AF-2439-CBDD-08AB37446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E2D8A-9FDB-37CB-3A86-CB1DB00DB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19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0DDD-1463-F6B5-9493-50DC48B0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19EB6-C563-9BB6-E5C5-E4B323BF1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9544D-E16D-1E1E-8E82-4EC51F3BF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449BA-5896-2694-7C07-B2061F9F53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1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019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1629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4214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53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228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4492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2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92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9412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293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865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10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82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gnific.com/premium-photo/young-girl-student-smiling-against-university_5670223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igitalmusicnews.com/2021/10/29/how-to-record-music-at-ho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DB954">
              <a:alpha val="8000"/>
            </a:srgbClr>
          </a:solidFill>
          <a:ln w="12700">
            <a:solidFill>
              <a:srgbClr val="1DB95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DB954"/>
                </a:solidFill>
              </a:rPr>
              <a:t>Spotify Data 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/>
              <a:t>Design Decisions</a:t>
            </a:r>
          </a:p>
          <a:p>
            <a:pPr algn="ctr"/>
            <a:r>
              <a:rPr lang="en-GB" b="1" dirty="0"/>
              <a:t>Why Do Some Songs Blow Up on </a:t>
            </a:r>
            <a:r>
              <a:rPr lang="en-GB" b="1" dirty="0">
                <a:solidFill>
                  <a:srgbClr val="1DB954"/>
                </a:solidFill>
              </a:rPr>
              <a:t>Spotify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/>
              <a:t>While Most Are Never Heard?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BB"/>
                </a:solidFill>
              </a:rPr>
              <a:t>How and why we built what we built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229100"/>
            <a:ext cx="73152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Cécile Sulzer, Charlotte </a:t>
            </a:r>
            <a:r>
              <a:rPr lang="en-US" sz="1100" dirty="0" err="1">
                <a:solidFill>
                  <a:srgbClr val="9999BB"/>
                </a:solidFill>
              </a:rPr>
              <a:t>Windlin</a:t>
            </a:r>
            <a:r>
              <a:rPr lang="en-US" sz="1100" dirty="0">
                <a:solidFill>
                  <a:srgbClr val="9999BB"/>
                </a:solidFill>
              </a:rPr>
              <a:t>, Angelina Zambroni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Project Oriented Digital Storytelling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01.06.2026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scrollable, interactive data story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99BB"/>
                </a:solidFill>
              </a:rPr>
              <a:t>Not a dashboard. Not a report. A narrative experience — published on GitHub Pages, open to anyone.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56692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Popularity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distribution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340156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Feature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correlations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236208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2194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Genre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profiles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6692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Hits vs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non-hits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340156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156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Mood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3108960"/>
            <a:ext cx="2560320" cy="10058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Shape 26"/>
          <p:cNvSpPr/>
          <p:nvPr/>
        </p:nvSpPr>
        <p:spPr>
          <a:xfrm>
            <a:off x="6126480" y="3108960"/>
            <a:ext cx="54864" cy="10058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6236208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B954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"Your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track"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Target audience &amp; personas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are we designing for?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603390"/>
            <a:ext cx="4114800" cy="274320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640080" y="174055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40080" y="17405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171311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Lena Bachmann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0331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Communication design student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2635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Casual daily Spotify listener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7382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No coding or data background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2129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Wants to understand why songs blow 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6510"/>
            <a:ext cx="3749040" cy="502920"/>
          </a:xfrm>
          <a:prstGeom prst="rect">
            <a:avLst/>
          </a:prstGeom>
          <a:solidFill>
            <a:srgbClr val="1111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31520" y="372479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676"/>
                </a:solidFill>
              </a:rPr>
              <a:t>→ Plain language, no jargon, narrative framing over raw stats</a:t>
            </a:r>
            <a:endParaRPr lang="en-US" sz="1200" dirty="0"/>
          </a:p>
        </p:txBody>
      </p:sp>
      <p:pic>
        <p:nvPicPr>
          <p:cNvPr id="28" name="Picture 2" descr="Young girl student smiling against university. | Premium Photo">
            <a:extLst>
              <a:ext uri="{FF2B5EF4-FFF2-40B4-BE49-F238E27FC236}">
                <a16:creationId xmlns:a16="http://schemas.microsoft.com/office/drawing/2014/main" id="{BF41D071-4F7B-6358-B086-40A17049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48" y="1706588"/>
            <a:ext cx="3684704" cy="2454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feld 28">
            <a:extLst>
              <a:ext uri="{FF2B5EF4-FFF2-40B4-BE49-F238E27FC236}">
                <a16:creationId xmlns:a16="http://schemas.microsoft.com/office/drawing/2014/main" id="{F0395F0A-11F1-7B0A-AE45-F088182F2661}"/>
              </a:ext>
            </a:extLst>
          </p:cNvPr>
          <p:cNvSpPr txBox="1"/>
          <p:nvPr/>
        </p:nvSpPr>
        <p:spPr>
          <a:xfrm>
            <a:off x="4966044" y="4161095"/>
            <a:ext cx="3988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800" dirty="0">
                <a:solidFill>
                  <a:srgbClr val="CCCCDD"/>
                </a:solidFill>
              </a:rPr>
              <a:t>[1] https://www.magnific.com/premium-photo/young-girl-student-smiling-against-university_5670223.html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942D-70A2-51A1-E826-D3B668DE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A3EE27-E97B-D768-4EF9-3DC78BD8A2E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2737C9-EFE4-C6FE-C9D6-951F05AEF5D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DC5589-BF58-BDCD-02F6-9D7BCFB05E6A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Target audience &amp; personas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2BD0C9-D677-2AAE-86A4-B954FC7FF9CF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Who are we designing for?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033758E-6D3A-7190-088B-BE0DA09502AE}"/>
              </a:ext>
            </a:extLst>
          </p:cNvPr>
          <p:cNvSpPr/>
          <p:nvPr/>
        </p:nvSpPr>
        <p:spPr>
          <a:xfrm>
            <a:off x="4800600" y="1603390"/>
            <a:ext cx="4114800" cy="274320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42D1F0E-5787-C8A8-DCC3-5CFBE3DD198E}"/>
              </a:ext>
            </a:extLst>
          </p:cNvPr>
          <p:cNvSpPr/>
          <p:nvPr/>
        </p:nvSpPr>
        <p:spPr>
          <a:xfrm>
            <a:off x="4983480" y="1740550"/>
            <a:ext cx="640080" cy="6400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6AF87B4-DBCF-8920-537F-EEFD88956F2E}"/>
              </a:ext>
            </a:extLst>
          </p:cNvPr>
          <p:cNvSpPr/>
          <p:nvPr/>
        </p:nvSpPr>
        <p:spPr>
          <a:xfrm>
            <a:off x="4983480" y="17405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J</a:t>
            </a:r>
            <a:endParaRPr lang="en-US" sz="1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763165D-294B-77A0-847F-2549F66F9D85}"/>
              </a:ext>
            </a:extLst>
          </p:cNvPr>
          <p:cNvSpPr/>
          <p:nvPr/>
        </p:nvSpPr>
        <p:spPr>
          <a:xfrm>
            <a:off x="5715000" y="171311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Jonas Müller</a:t>
            </a:r>
            <a:endParaRPr lang="en-US" sz="15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137237B-A311-FB9E-9E1E-82BA34B89E47}"/>
              </a:ext>
            </a:extLst>
          </p:cNvPr>
          <p:cNvSpPr/>
          <p:nvPr/>
        </p:nvSpPr>
        <p:spPr>
          <a:xfrm>
            <a:off x="5715000" y="203315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Bedroom music producer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2952252-A21F-FE81-2512-AF15F10C89EE}"/>
              </a:ext>
            </a:extLst>
          </p:cNvPr>
          <p:cNvSpPr/>
          <p:nvPr/>
        </p:nvSpPr>
        <p:spPr>
          <a:xfrm>
            <a:off x="4983480" y="242635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Releases on SoundCloud &amp; Spotify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8C73E6-924B-7D53-74DE-BB7A912AF23F}"/>
              </a:ext>
            </a:extLst>
          </p:cNvPr>
          <p:cNvSpPr/>
          <p:nvPr/>
        </p:nvSpPr>
        <p:spPr>
          <a:xfrm>
            <a:off x="4983480" y="277382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Curious about what makes songs popular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A2DC454-A3BD-B5F6-9AFC-4BDB5A8CCDBE}"/>
              </a:ext>
            </a:extLst>
          </p:cNvPr>
          <p:cNvSpPr/>
          <p:nvPr/>
        </p:nvSpPr>
        <p:spPr>
          <a:xfrm>
            <a:off x="4983480" y="312129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</a:rPr>
              <a:t>· </a:t>
            </a:r>
            <a:r>
              <a:rPr lang="en-US" sz="1400" dirty="0">
                <a:solidFill>
                  <a:srgbClr val="CCCCDD"/>
                </a:solidFill>
              </a:rPr>
              <a:t>No data science background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173564B-07B4-E048-C8CA-F1746ADE4340}"/>
              </a:ext>
            </a:extLst>
          </p:cNvPr>
          <p:cNvSpPr/>
          <p:nvPr/>
        </p:nvSpPr>
        <p:spPr>
          <a:xfrm>
            <a:off x="4983480" y="3706510"/>
            <a:ext cx="3749040" cy="502920"/>
          </a:xfrm>
          <a:prstGeom prst="rect">
            <a:avLst/>
          </a:prstGeom>
          <a:solidFill>
            <a:srgbClr val="111122"/>
          </a:solidFill>
          <a:ln w="635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FCCE06C-0D1F-BED7-D850-CAF4EE3CAF78}"/>
              </a:ext>
            </a:extLst>
          </p:cNvPr>
          <p:cNvSpPr/>
          <p:nvPr/>
        </p:nvSpPr>
        <p:spPr>
          <a:xfrm>
            <a:off x="5074920" y="372479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676"/>
                </a:solidFill>
              </a:rPr>
              <a:t>→ Interactive slider: "what would your song score?"</a:t>
            </a:r>
            <a:endParaRPr lang="en-US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6D4F3E-9C28-2AFF-CA70-066E275FE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45" y="1791574"/>
            <a:ext cx="3548514" cy="2366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D77500D4-6123-3D57-C61D-C75C59FA0BCB}"/>
              </a:ext>
            </a:extLst>
          </p:cNvPr>
          <p:cNvSpPr txBox="1"/>
          <p:nvPr/>
        </p:nvSpPr>
        <p:spPr>
          <a:xfrm>
            <a:off x="457200" y="4190133"/>
            <a:ext cx="38009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800" dirty="0">
                <a:solidFill>
                  <a:srgbClr val="CCCCDD"/>
                </a:solidFill>
              </a:rPr>
              <a:t>[2] https://www.digitalmusicnews.com/2021/10/29/how-to-record-music-at-home/</a:t>
            </a:r>
            <a:endParaRPr lang="de-CH" sz="800" dirty="0"/>
          </a:p>
        </p:txBody>
      </p:sp>
    </p:spTree>
    <p:extLst>
      <p:ext uri="{BB962C8B-B14F-4D97-AF65-F5344CB8AC3E}">
        <p14:creationId xmlns:p14="http://schemas.microsoft.com/office/powerpoint/2010/main" val="272720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Format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a data story and not a dashboard?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BB"/>
                </a:solidFill>
              </a:rPr>
              <a:t>Exploratory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606040" cy="5486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</a:rPr>
              <a:t>Explanatory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Highlights 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insights for reader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1783080"/>
            <a:ext cx="320040" cy="3200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4406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06040" cy="14630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06040" cy="54864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BB"/>
                </a:solidFill>
              </a:rPr>
              <a:t>Exhibitory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999BB"/>
                </a:solidFill>
              </a:rPr>
              <a:t>Storytelling  =  </a:t>
            </a:r>
            <a:r>
              <a:rPr lang="en-US" sz="2000" b="1" dirty="0">
                <a:solidFill>
                  <a:srgbClr val="00E676"/>
                </a:solidFill>
              </a:rPr>
              <a:t>Data</a:t>
            </a:r>
            <a:r>
              <a:rPr lang="en-US" sz="2000" dirty="0">
                <a:solidFill>
                  <a:srgbClr val="9999BB"/>
                </a:solidFill>
              </a:rPr>
              <a:t>  +  </a:t>
            </a:r>
            <a:r>
              <a:rPr lang="en-US" sz="2000" b="1" dirty="0">
                <a:solidFill>
                  <a:srgbClr val="00E676"/>
                </a:solidFill>
              </a:rPr>
              <a:t>Visuals</a:t>
            </a:r>
            <a:r>
              <a:rPr lang="en-US" sz="2000" dirty="0">
                <a:solidFill>
                  <a:srgbClr val="9999BB"/>
                </a:solidFill>
              </a:rPr>
              <a:t>  +  </a:t>
            </a:r>
            <a:r>
              <a:rPr lang="en-US" sz="2000" b="1" dirty="0">
                <a:solidFill>
                  <a:srgbClr val="00E676"/>
                </a:solidFill>
              </a:rPr>
              <a:t>Narrative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Narrative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Martini glass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DB954"/>
                </a:solidFill>
              </a:rPr>
              <a:t>Theory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Author-driven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The author tells the 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Reader-driven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The reader explores freely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Martini glass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Starts author-driven (the stem), then opens up to reader exploration (the bowl)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4114800" cy="352044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DB954"/>
                </a:solidFill>
              </a:rPr>
              <a:t>Our application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Sections 1–5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Fixed scroll order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89204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Section 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"Your track" slider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36576" cy="6858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Genre filter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BB"/>
                </a:solidFill>
              </a:rPr>
              <a:t>Checkboxes for filtering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AABCF-16E9-1FD2-7A41-3D16BB02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7C1CFE-2E0C-0443-86CA-80897ED8D9BF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6051B0-3FAC-BA2B-D682-D743479D371B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A60565-E728-3A82-99F0-C8D1156B60FF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BCD0EB-5CB4-A5A6-1391-7228CB05CED5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4BB3897-DB73-5804-EF9E-FAF5F13175E4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C8FCDC16-1901-F45A-4E90-407A9F988973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§1 Popularity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62970E58-AF1E-9246-1198-B593DEDCD53D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5765288C-699F-068E-5181-7024AF25FA12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Histogram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AB7088F1-8E38-FEC8-C771-8D3586C8A2D5}"/>
              </a:ext>
            </a:extLst>
          </p:cNvPr>
          <p:cNvSpPr/>
          <p:nvPr/>
        </p:nvSpPr>
        <p:spPr>
          <a:xfrm>
            <a:off x="5518593" y="2592136"/>
            <a:ext cx="19494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1 continuous variable</a:t>
            </a:r>
            <a:endParaRPr lang="en-US" sz="13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9599DD-B8EC-8909-DCA2-9401C7DF5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35" y="1391986"/>
            <a:ext cx="4231342" cy="31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8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5545-6345-7C1E-B181-38701659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991CB1-D7F6-B534-8671-F5ECFBE2E132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BFA256-F69D-BA1A-47BE-D0199DEDC3DC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4008D1-AE45-C55F-1BF5-0D65063F8147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3ED3CC-064C-AD35-4C6B-62A9093B50AF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C3479444-CA29-3098-537C-7C3F860E1C7D}"/>
              </a:ext>
            </a:extLst>
          </p:cNvPr>
          <p:cNvSpPr/>
          <p:nvPr/>
        </p:nvSpPr>
        <p:spPr>
          <a:xfrm>
            <a:off x="5440680" y="444674"/>
            <a:ext cx="3169920" cy="1362355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DB87E8B-817F-3C5D-8605-0EA24134B673}"/>
              </a:ext>
            </a:extLst>
          </p:cNvPr>
          <p:cNvSpPr/>
          <p:nvPr/>
        </p:nvSpPr>
        <p:spPr>
          <a:xfrm>
            <a:off x="5703908" y="44467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§2 Features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7502A1C6-023D-D145-3180-97684901B541}"/>
              </a:ext>
            </a:extLst>
          </p:cNvPr>
          <p:cNvSpPr/>
          <p:nvPr/>
        </p:nvSpPr>
        <p:spPr>
          <a:xfrm>
            <a:off x="5798898" y="900779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925DC731-7DB9-4F2D-89BE-770322F6C4F7}"/>
              </a:ext>
            </a:extLst>
          </p:cNvPr>
          <p:cNvSpPr/>
          <p:nvPr/>
        </p:nvSpPr>
        <p:spPr>
          <a:xfrm>
            <a:off x="5802994" y="877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Scatterplot &amp; Heatmap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EE449759-2593-6AEE-DDD2-7ADE372AB319}"/>
              </a:ext>
            </a:extLst>
          </p:cNvPr>
          <p:cNvSpPr/>
          <p:nvPr/>
        </p:nvSpPr>
        <p:spPr>
          <a:xfrm>
            <a:off x="5647129" y="1310503"/>
            <a:ext cx="194945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2 continuous variables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E5333-9B4A-230E-E797-DE7E0C95C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83421"/>
            <a:ext cx="3297977" cy="2474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24B615-CED2-AD1F-4ECB-B6E4CA608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60" y="2229091"/>
            <a:ext cx="3600540" cy="246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462D-56D9-3323-23F2-02B1A8E3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0E905D-AA9A-D8C7-7057-882F11F99137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B96ECA-535D-BC13-5842-53E6E1A2C2BA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A8E6A-6460-4F91-98A6-149176F90DB2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99EFC0-FB56-6696-7314-079EFAB18457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911A404F-6680-CD91-FC40-06D9EA6E18C2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56A182D-2214-CD1A-16CA-16D74CC7DAF0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§3 Genres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9EF020FC-82A4-271E-C089-C92066DA8647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7069328F-9A68-AF27-98FF-E2384606B736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00E676"/>
                </a:solidFill>
              </a:rPr>
              <a:t>Radarchart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6B6C4395-E014-6978-88DB-4F71B023BED4}"/>
              </a:ext>
            </a:extLst>
          </p:cNvPr>
          <p:cNvSpPr/>
          <p:nvPr/>
        </p:nvSpPr>
        <p:spPr>
          <a:xfrm>
            <a:off x="5518593" y="2592135"/>
            <a:ext cx="1949458" cy="47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Multiple continuous variables for comparison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8BE0D-0A56-587C-4EAE-A3FAD0442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8"/>
          <a:stretch>
            <a:fillRect/>
          </a:stretch>
        </p:blipFill>
        <p:spPr>
          <a:xfrm>
            <a:off x="603504" y="1497236"/>
            <a:ext cx="3964577" cy="387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3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AEE96-48D6-CA29-9E2A-79983FC7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08D8E1-FB46-8D39-897A-BA523ABF2051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005FE5-DCCA-5725-5CB6-0342B35EE769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889F6F-6A17-0930-FF87-C7DFF8A69640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57CFFD-B1B8-343A-8715-E3EAA5675012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30E86DD5-A2BC-9085-A97E-8351133A3396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AC1DE9FE-8B5B-E33F-8582-35F58C11DA30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§4 Hits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5EB77202-E692-5E70-C411-778F5D536839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829033E-2BC6-3602-955F-A003664BC1F1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Grouped bar chart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0F56956E-55A0-DE51-7988-C87E316C0E78}"/>
              </a:ext>
            </a:extLst>
          </p:cNvPr>
          <p:cNvSpPr/>
          <p:nvPr/>
        </p:nvSpPr>
        <p:spPr>
          <a:xfrm>
            <a:off x="5518593" y="2592135"/>
            <a:ext cx="1949458" cy="47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Categorical x continuous comparison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DC975C0-FBBE-A17F-90C7-8B4E21DF9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5" y="1244243"/>
            <a:ext cx="3562643" cy="35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1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0176-EDA2-337E-4771-DF4C69E0D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44A212-5B88-B4D4-9E7D-62F568841B56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99890A-83CC-12AB-3B0D-E5D14D74C776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2B6F4B-D8E1-B1D8-35D6-DA188532E851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Visualization choices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7995D3-E472-B796-7500-0D8F84AF4259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each chart type?</a:t>
            </a:r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31E5DF6D-EE0C-6294-1ACD-A5C5CC4DA36F}"/>
              </a:ext>
            </a:extLst>
          </p:cNvPr>
          <p:cNvSpPr/>
          <p:nvPr/>
        </p:nvSpPr>
        <p:spPr>
          <a:xfrm>
            <a:off x="5440680" y="1497236"/>
            <a:ext cx="2899027" cy="2825874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3C336A54-7B0E-3FC9-73F4-017097CDA9CA}"/>
              </a:ext>
            </a:extLst>
          </p:cNvPr>
          <p:cNvSpPr/>
          <p:nvPr/>
        </p:nvSpPr>
        <p:spPr>
          <a:xfrm>
            <a:off x="5518593" y="16093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§5 </a:t>
            </a:r>
            <a:r>
              <a:rPr lang="en-US" sz="1300" b="1" dirty="0" err="1">
                <a:solidFill>
                  <a:srgbClr val="1DB954"/>
                </a:solidFill>
              </a:rPr>
              <a:t>Moodmap</a:t>
            </a:r>
            <a:endParaRPr lang="en-US" sz="13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E40E8886-7A56-103A-0DD3-B672342AC9B0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solidFill>
            <a:srgbClr val="111122"/>
          </a:solidFill>
          <a:ln w="635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E63F17D2-C6AD-BDB7-AED4-9B3B6386A87D}"/>
              </a:ext>
            </a:extLst>
          </p:cNvPr>
          <p:cNvSpPr/>
          <p:nvPr/>
        </p:nvSpPr>
        <p:spPr>
          <a:xfrm>
            <a:off x="5625995" y="20915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676"/>
                </a:solidFill>
              </a:rPr>
              <a:t>Scatterplot</a:t>
            </a:r>
            <a:endParaRPr lang="en-US" sz="11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B799CC70-F5C0-0381-3B9C-A9F5745CA648}"/>
              </a:ext>
            </a:extLst>
          </p:cNvPr>
          <p:cNvSpPr/>
          <p:nvPr/>
        </p:nvSpPr>
        <p:spPr>
          <a:xfrm>
            <a:off x="5518593" y="2592135"/>
            <a:ext cx="1949458" cy="47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2 continuous axes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97C50-7171-1505-81E1-7DB37489C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808" y="1458835"/>
            <a:ext cx="4377872" cy="366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1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Interactivity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types of interactivity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199" y="182880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40080" y="21168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Filtering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116836"/>
            <a:ext cx="310057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User picks which data to include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" y="283464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03504" y="31374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Participating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38139" y="3137420"/>
            <a:ext cx="266772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User contributes their own data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199" y="3840480"/>
            <a:ext cx="8229600" cy="8961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54864" cy="8961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40080" y="41285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</a:rPr>
              <a:t>Highlighting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4128516"/>
            <a:ext cx="37173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/>
              <a:t>Emphasises items without hiding others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95AF-B552-E508-71B9-F42BFCB7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7D5BEC-6CE0-957B-B873-545359CD8A03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8A57BD-EE93-EBB1-9143-7A5772DF1B7E}"/>
              </a:ext>
            </a:extLst>
          </p:cNvPr>
          <p:cNvSpPr/>
          <p:nvPr/>
        </p:nvSpPr>
        <p:spPr>
          <a:xfrm>
            <a:off x="411480" y="2560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</a:rPr>
              <a:t>07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A001A5-06B6-DEEE-79C4-DAE4F574C0A7}"/>
              </a:ext>
            </a:extLst>
          </p:cNvPr>
          <p:cNvSpPr/>
          <p:nvPr/>
        </p:nvSpPr>
        <p:spPr>
          <a:xfrm>
            <a:off x="868680" y="256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BB"/>
                </a:solidFill>
              </a:rPr>
              <a:t>Reflection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1B7AB3-2FDD-8F8E-E86B-352ED14D67E5}"/>
              </a:ext>
            </a:extLst>
          </p:cNvPr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worked and what we'd revisit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B6BF2F-E573-ECD9-24F5-7D6438C6DFD3}"/>
              </a:ext>
            </a:extLst>
          </p:cNvPr>
          <p:cNvSpPr/>
          <p:nvPr/>
        </p:nvSpPr>
        <p:spPr>
          <a:xfrm>
            <a:off x="612649" y="1400293"/>
            <a:ext cx="3845644" cy="3376028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05D7D7-C62C-31E9-16BB-8881DEA863C2}"/>
              </a:ext>
            </a:extLst>
          </p:cNvPr>
          <p:cNvSpPr/>
          <p:nvPr/>
        </p:nvSpPr>
        <p:spPr>
          <a:xfrm>
            <a:off x="795528" y="1491733"/>
            <a:ext cx="3461000" cy="33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What worked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31EF5A-9C5E-4C49-D2F5-74833F250F66}"/>
              </a:ext>
            </a:extLst>
          </p:cNvPr>
          <p:cNvSpPr/>
          <p:nvPr/>
        </p:nvSpPr>
        <p:spPr>
          <a:xfrm>
            <a:off x="795528" y="1948933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Martini glass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7465C8-EEB3-0A4C-6ADA-F696C16831EF}"/>
              </a:ext>
            </a:extLst>
          </p:cNvPr>
          <p:cNvSpPr/>
          <p:nvPr/>
        </p:nvSpPr>
        <p:spPr>
          <a:xfrm>
            <a:off x="795528" y="2653021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Persona-driven language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912629-FD83-02BE-CC7F-96E41BD955AA}"/>
              </a:ext>
            </a:extLst>
          </p:cNvPr>
          <p:cNvSpPr/>
          <p:nvPr/>
        </p:nvSpPr>
        <p:spPr>
          <a:xfrm>
            <a:off x="795528" y="3357109"/>
            <a:ext cx="3589185" cy="5699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</a:rPr>
              <a:t>✓  </a:t>
            </a:r>
            <a:r>
              <a:rPr lang="en-US" sz="1500" dirty="0">
                <a:solidFill>
                  <a:srgbClr val="FFFFFF"/>
                </a:solidFill>
              </a:rPr>
              <a:t>"Your track" slider</a:t>
            </a:r>
            <a:endParaRPr lang="en-US" sz="1500" dirty="0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414696B3-60C9-056F-0755-42EA146BE11E}"/>
              </a:ext>
            </a:extLst>
          </p:cNvPr>
          <p:cNvSpPr/>
          <p:nvPr/>
        </p:nvSpPr>
        <p:spPr>
          <a:xfrm>
            <a:off x="4855778" y="1400609"/>
            <a:ext cx="3845643" cy="3375712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 sz="150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2808335D-C8FD-796F-1602-4CD49B51A664}"/>
              </a:ext>
            </a:extLst>
          </p:cNvPr>
          <p:cNvSpPr/>
          <p:nvPr/>
        </p:nvSpPr>
        <p:spPr>
          <a:xfrm>
            <a:off x="4886162" y="1501193"/>
            <a:ext cx="3320491" cy="33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Would revisit</a:t>
            </a:r>
            <a:endParaRPr lang="en-US" sz="1500" dirty="0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40CCAEC8-400C-1F2D-45E4-68E316B3E3D4}"/>
              </a:ext>
            </a:extLst>
          </p:cNvPr>
          <p:cNvSpPr/>
          <p:nvPr/>
        </p:nvSpPr>
        <p:spPr>
          <a:xfrm>
            <a:off x="4886161" y="1876776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Mobile layout</a:t>
            </a:r>
            <a:endParaRPr lang="en-US" sz="15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5D8DF3B3-00A3-EC68-3EFF-935C238573DE}"/>
              </a:ext>
            </a:extLst>
          </p:cNvPr>
          <p:cNvSpPr/>
          <p:nvPr/>
        </p:nvSpPr>
        <p:spPr>
          <a:xfrm>
            <a:off x="4855778" y="2579014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Radar chart legend</a:t>
            </a:r>
            <a:endParaRPr lang="en-US" sz="15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61646DBF-EDED-5A6B-50D6-250046284D44}"/>
              </a:ext>
            </a:extLst>
          </p:cNvPr>
          <p:cNvSpPr/>
          <p:nvPr/>
        </p:nvSpPr>
        <p:spPr>
          <a:xfrm>
            <a:off x="4886162" y="3281252"/>
            <a:ext cx="3320491" cy="714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99BB"/>
                </a:solidFill>
              </a:rPr>
              <a:t>△  </a:t>
            </a:r>
            <a:r>
              <a:rPr lang="en-US" sz="1500" dirty="0">
                <a:solidFill>
                  <a:srgbClr val="CCCCDD"/>
                </a:solidFill>
              </a:rPr>
              <a:t>Section 2 heatmap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33021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47F3D-567A-D0E7-1AAC-2348CA71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5544BC-D828-729C-E427-81E9FB1A47EB}"/>
              </a:ext>
            </a:extLst>
          </p:cNvPr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AE4281-319C-54B9-2BE2-ACE952772A13}"/>
              </a:ext>
            </a:extLst>
          </p:cNvPr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Are you curious about a song?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1FD3A5-4AB8-03F7-241E-1B2475056A97}"/>
              </a:ext>
            </a:extLst>
          </p:cNvPr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999BB"/>
                </a:solidFill>
              </a:rPr>
              <a:t>Let’s find your score!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F74C8C-474A-5E6E-5D50-9ED6060770A8}"/>
              </a:ext>
            </a:extLst>
          </p:cNvPr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3D38A6-C159-240F-E8A7-D61E8738850A}"/>
              </a:ext>
            </a:extLst>
          </p:cNvPr>
          <p:cNvSpPr/>
          <p:nvPr/>
        </p:nvSpPr>
        <p:spPr>
          <a:xfrm>
            <a:off x="2377440" y="3255264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</a:rPr>
              <a:t>podsv-fs26-ad24.github.io/ad24-1-fancyproject/story.html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84752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1DB954"/>
                </a:solidFill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design tells a consistent story.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9999BB"/>
                </a:solidFill>
              </a:rPr>
              <a:t>Theory made every choice defensible.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1E1E2E"/>
          </a:solidFill>
          <a:ln w="6350">
            <a:solidFill>
              <a:srgbClr val="2A2A3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BB"/>
                </a:solidFill>
              </a:rPr>
              <a:t>Open the data story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33832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</a:rPr>
              <a:t>podsv-fs26-ad24.github.io/ad24-1-fancyproject/story.html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D2E1-56B7-7740-7BED-D3B88EBA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6F9026-4B5B-BC08-9E0E-55811C4DB5B0}"/>
              </a:ext>
            </a:extLst>
          </p:cNvPr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1DB95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7F962642-F807-228A-0278-E972C061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</a:t>
            </a:r>
            <a:endParaRPr lang="de-CH" b="1" dirty="0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58185CE2-058B-DFC0-AF6D-AACB0553212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1370013"/>
            <a:ext cx="7886700" cy="295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800" dirty="0"/>
              <a:t>[1] </a:t>
            </a:r>
            <a:r>
              <a:rPr lang="de-CH" sz="1800" dirty="0">
                <a:hlinkClick r:id="rId3"/>
              </a:rPr>
              <a:t>https://www.magnific.com/premium-photo/young-girl-student-smiling-against-university_5670223.html</a:t>
            </a:r>
            <a:endParaRPr lang="de-CH" sz="1800" dirty="0"/>
          </a:p>
          <a:p>
            <a:r>
              <a:rPr lang="de-CH" sz="1800" dirty="0"/>
              <a:t>[2] </a:t>
            </a:r>
            <a:r>
              <a:rPr lang="de-CH" sz="1800" dirty="0">
                <a:hlinkClick r:id="rId4"/>
              </a:rPr>
              <a:t>https://www.digitalmusicnews.com/2021/10/29/how-to-record-music-at-home/</a:t>
            </a:r>
            <a:endParaRPr lang="de-CH" sz="1800" dirty="0"/>
          </a:p>
          <a:p>
            <a:r>
              <a:rPr lang="de-CH" sz="1800" dirty="0" err="1"/>
              <a:t>Based</a:t>
            </a:r>
            <a:r>
              <a:rPr lang="de-CH" sz="1800" dirty="0"/>
              <a:t> on: </a:t>
            </a:r>
            <a:r>
              <a:rPr lang="en-US" sz="1800" dirty="0"/>
              <a:t>podsv-fs26-ad24.github.io/ad24-1-fancyproject/story.html</a:t>
            </a:r>
          </a:p>
          <a:p>
            <a:endParaRPr lang="en-US" sz="1800" dirty="0"/>
          </a:p>
          <a:p>
            <a:r>
              <a:rPr lang="en-US" sz="1800" dirty="0"/>
              <a:t>And if you want to have a listen: </a:t>
            </a:r>
            <a:r>
              <a:rPr lang="en-US" sz="1800"/>
              <a:t>https://soundcloud.com/user-855433362</a:t>
            </a:r>
            <a:endParaRPr lang="en-US" sz="1800" dirty="0"/>
          </a:p>
          <a:p>
            <a:endParaRPr lang="en-US" sz="1800" dirty="0"/>
          </a:p>
          <a:p>
            <a:endParaRPr lang="de-CH" sz="1800" dirty="0"/>
          </a:p>
        </p:txBody>
      </p:sp>
    </p:spTree>
    <p:extLst>
      <p:ext uri="{BB962C8B-B14F-4D97-AF65-F5344CB8AC3E}">
        <p14:creationId xmlns:p14="http://schemas.microsoft.com/office/powerpoint/2010/main" val="246800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578</Words>
  <Application>Microsoft Macintosh PowerPoint</Application>
  <PresentationFormat>On-screen Show (16:9)</PresentationFormat>
  <Paragraphs>158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2013 – 2022-Design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Data Story – Design Presentation</dc:title>
  <dc:subject>PptxGenJS Presentation</dc:subject>
  <dc:creator>PptxGenJS</dc:creator>
  <cp:lastModifiedBy>Sulzer Cécile (sulzecec)</cp:lastModifiedBy>
  <cp:revision>7</cp:revision>
  <dcterms:created xsi:type="dcterms:W3CDTF">2026-05-28T10:01:10Z</dcterms:created>
  <dcterms:modified xsi:type="dcterms:W3CDTF">2026-05-31T11:55:13Z</dcterms:modified>
</cp:coreProperties>
</file>