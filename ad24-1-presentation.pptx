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B954"/>
    <a:srgbClr val="1313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63245" autoAdjust="0"/>
  </p:normalViewPr>
  <p:slideViewPr>
    <p:cSldViewPr snapToGrid="0" snapToObjects="1">
      <p:cViewPr>
        <p:scale>
          <a:sx n="135" d="100"/>
          <a:sy n="135" d="100"/>
        </p:scale>
        <p:origin x="808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99599DD-B8EC-8909-DCA2-9401C7DF5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35" y="1391986"/>
            <a:ext cx="4231342" cy="316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444674"/>
            <a:ext cx="3169920" cy="1362355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703908" y="44467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798898" y="90077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802994" y="8778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647129" y="1310503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BE5333-9B4A-230E-E797-DE7E0C95C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683421"/>
            <a:ext cx="3297977" cy="24749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24B615-CED2-AD1F-4ECB-B6E4CA608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560" y="2229091"/>
            <a:ext cx="3600540" cy="2469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180918" y="202696"/>
            <a:ext cx="3503078" cy="1860656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257800" y="320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9EF020FC-82A4-271E-C089-C92066DA8647}"/>
              </a:ext>
            </a:extLst>
          </p:cNvPr>
          <p:cNvSpPr/>
          <p:nvPr/>
        </p:nvSpPr>
        <p:spPr>
          <a:xfrm>
            <a:off x="6997731" y="804672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341524" y="1155174"/>
            <a:ext cx="1628778" cy="732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ED0DE9C-A4F6-AAAF-3C27-7CA9F096F5FF}"/>
              </a:ext>
            </a:extLst>
          </p:cNvPr>
          <p:cNvSpPr/>
          <p:nvPr/>
        </p:nvSpPr>
        <p:spPr>
          <a:xfrm>
            <a:off x="5338437" y="73331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A8BE0D-0A56-587C-4EAE-A3FAD04427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8"/>
          <a:stretch>
            <a:fillRect/>
          </a:stretch>
        </p:blipFill>
        <p:spPr>
          <a:xfrm>
            <a:off x="211619" y="1434606"/>
            <a:ext cx="3964577" cy="387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1DB9FB-74B2-A4A9-42CB-1C53FA5C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616772"/>
            <a:ext cx="4114800" cy="21363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4EF911-2060-7EA7-368D-BDA166085A88}"/>
              </a:ext>
            </a:extLst>
          </p:cNvPr>
          <p:cNvSpPr txBox="1"/>
          <p:nvPr/>
        </p:nvSpPr>
        <p:spPr>
          <a:xfrm>
            <a:off x="6932456" y="1240456"/>
            <a:ext cx="1751539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/>
              <a:t>One variable to shows how consistent each genre is</a:t>
            </a: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332953" y="748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9A4F41-8EFD-CD88-F038-B7D693DBC4D9}"/>
              </a:ext>
            </a:extLst>
          </p:cNvPr>
          <p:cNvSpPr txBox="1"/>
          <p:nvPr/>
        </p:nvSpPr>
        <p:spPr>
          <a:xfrm>
            <a:off x="6997731" y="875731"/>
            <a:ext cx="9540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1DB954"/>
                </a:solidFill>
              </a:rPr>
              <a:t>Range plot</a:t>
            </a:r>
          </a:p>
        </p:txBody>
      </p:sp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D11D58-4FF6-06E0-E498-64AFC73BC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886" y="1188720"/>
            <a:ext cx="3234794" cy="369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E97C50-7171-1505-81E1-7DB37489C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808" y="1458835"/>
            <a:ext cx="4377872" cy="366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114</TotalTime>
  <Words>589</Words>
  <Application>Microsoft Macintosh PowerPoint</Application>
  <PresentationFormat>On-screen Show (16:9)</PresentationFormat>
  <Paragraphs>160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Sulzer Cécile (sulzecec)</cp:lastModifiedBy>
  <cp:revision>8</cp:revision>
  <dcterms:created xsi:type="dcterms:W3CDTF">2026-05-28T10:01:10Z</dcterms:created>
  <dcterms:modified xsi:type="dcterms:W3CDTF">2026-05-31T12:24:01Z</dcterms:modified>
</cp:coreProperties>
</file>